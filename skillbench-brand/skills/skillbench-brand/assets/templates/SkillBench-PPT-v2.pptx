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Figtree"/>
      <p:regular r:id="rId14"/>
      <p:bold r:id="rId15"/>
      <p:italic r:id="rId16"/>
      <p:boldItalic r:id="rId17"/>
    </p:embeddedFont>
    <p:embeddedFont>
      <p:font typeface="Figtree ExtraBold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HUv7EE/GMA14CdHZMdyMp2tjy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3149D4-0D3E-4B1B-8D9B-8D93DB6B2CF6}">
  <a:tblStyle styleId="{A23149D4-0D3E-4B1B-8D9B-8D93DB6B2CF6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F2EC"/>
          </a:solidFill>
        </a:fill>
      </a:tcStyle>
    </a:wholeTbl>
    <a:band1H>
      <a:tcTxStyle/>
      <a:tcStyle>
        <a:fill>
          <a:solidFill>
            <a:srgbClr val="D0E4D8"/>
          </a:solidFill>
        </a:fill>
      </a:tcStyle>
    </a:band1H>
    <a:band2H>
      <a:tcTxStyle/>
    </a:band2H>
    <a:band1V>
      <a:tcTxStyle/>
      <a:tcStyle>
        <a:fill>
          <a:solidFill>
            <a:srgbClr val="D0E4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7D5DBA8E-78C6-4986-BBAB-95B721BF98DB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F3FB"/>
          </a:solidFill>
        </a:fill>
      </a:tcStyle>
    </a:wholeTbl>
    <a:band1H>
      <a:tcTxStyle/>
      <a:tcStyle>
        <a:fill>
          <a:solidFill>
            <a:srgbClr val="CDE7F7"/>
          </a:solidFill>
        </a:fill>
      </a:tcStyle>
    </a:band1H>
    <a:band2H>
      <a:tcTxStyle/>
    </a:band2H>
    <a:band1V>
      <a:tcTxStyle/>
      <a:tcStyle>
        <a:fill>
          <a:solidFill>
            <a:srgbClr val="CDE7F7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igtree-bold.fntdata"/><Relationship Id="rId14" Type="http://schemas.openxmlformats.org/officeDocument/2006/relationships/font" Target="fonts/Figtree-regular.fntdata"/><Relationship Id="rId17" Type="http://schemas.openxmlformats.org/officeDocument/2006/relationships/font" Target="fonts/Figtree-boldItalic.fntdata"/><Relationship Id="rId16" Type="http://schemas.openxmlformats.org/officeDocument/2006/relationships/font" Target="fonts/Figtree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FigtreeExtraBold-boldItalic.fntdata"/><Relationship Id="rId6" Type="http://schemas.openxmlformats.org/officeDocument/2006/relationships/slide" Target="slides/slide1.xml"/><Relationship Id="rId18" Type="http://schemas.openxmlformats.org/officeDocument/2006/relationships/font" Target="fonts/Figtree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in a meeting&#10;&#10;Description automatically generated" id="16" name="Google Shape;1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0"/>
          <p:cNvSpPr txBox="1"/>
          <p:nvPr>
            <p:ph type="ctrTitle"/>
          </p:nvPr>
        </p:nvSpPr>
        <p:spPr>
          <a:xfrm>
            <a:off x="838200" y="2295911"/>
            <a:ext cx="8961783" cy="1811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gtree ExtraBold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subTitle"/>
          </p:nvPr>
        </p:nvSpPr>
        <p:spPr>
          <a:xfrm>
            <a:off x="838200" y="4199402"/>
            <a:ext cx="896178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igtree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9" name="Google Shape;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247" y="921161"/>
            <a:ext cx="3886200" cy="58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1"/>
          <p:cNvSpPr txBox="1"/>
          <p:nvPr/>
        </p:nvSpPr>
        <p:spPr>
          <a:xfrm>
            <a:off x="10491334" y="6356350"/>
            <a:ext cx="9475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757575"/>
                </a:solidFill>
                <a:latin typeface="Figtree"/>
                <a:ea typeface="Figtree"/>
                <a:cs typeface="Figtree"/>
                <a:sym typeface="Figtree"/>
              </a:rPr>
              <a:t>‹#›</a:t>
            </a:fld>
            <a:endParaRPr b="0" i="0" sz="1200" u="none" cap="none" strike="noStrike">
              <a:solidFill>
                <a:srgbClr val="757575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b="0" i="0" sz="2400">
                <a:latin typeface="Figtree"/>
                <a:ea typeface="Figtree"/>
                <a:cs typeface="Figtree"/>
                <a:sym typeface="Figtree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>
                <a:latin typeface="Figtree"/>
                <a:ea typeface="Figtree"/>
                <a:cs typeface="Figtree"/>
                <a:sym typeface="Figtree"/>
              </a:defRPr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Figtree"/>
                <a:ea typeface="Figtree"/>
                <a:cs typeface="Figtree"/>
                <a:sym typeface="Figtree"/>
              </a:defRPr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Figtree"/>
                <a:ea typeface="Figtree"/>
                <a:cs typeface="Figtree"/>
                <a:sym typeface="Figtree"/>
              </a:defRPr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Figtree"/>
                <a:ea typeface="Figtree"/>
                <a:cs typeface="Figtree"/>
                <a:sym typeface="Figtree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2"/>
          <p:cNvSpPr txBox="1"/>
          <p:nvPr/>
        </p:nvSpPr>
        <p:spPr>
          <a:xfrm>
            <a:off x="10491334" y="6356350"/>
            <a:ext cx="9475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757575"/>
                </a:solidFill>
                <a:latin typeface="Figtree"/>
                <a:ea typeface="Figtree"/>
                <a:cs typeface="Figtree"/>
                <a:sym typeface="Figtree"/>
              </a:rPr>
              <a:t>‹#›</a:t>
            </a:fld>
            <a:endParaRPr b="0" i="0" sz="1200" u="none" cap="none" strike="noStrike">
              <a:solidFill>
                <a:srgbClr val="757575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" name="Google Shape;28;p12"/>
          <p:cNvSpPr txBox="1"/>
          <p:nvPr>
            <p:ph idx="2" type="body"/>
          </p:nvPr>
        </p:nvSpPr>
        <p:spPr>
          <a:xfrm>
            <a:off x="6165574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b="0" i="0" sz="2400">
                <a:latin typeface="Figtree"/>
                <a:ea typeface="Figtree"/>
                <a:cs typeface="Figtree"/>
                <a:sym typeface="Figtree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>
                <a:latin typeface="Figtree"/>
                <a:ea typeface="Figtree"/>
                <a:cs typeface="Figtree"/>
                <a:sym typeface="Figtree"/>
              </a:defRPr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Figtree"/>
                <a:ea typeface="Figtree"/>
                <a:cs typeface="Figtree"/>
                <a:sym typeface="Figtree"/>
              </a:defRPr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Figtree"/>
                <a:ea typeface="Figtree"/>
                <a:cs typeface="Figtree"/>
                <a:sym typeface="Figtree"/>
              </a:defRPr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Figtree"/>
                <a:ea typeface="Figtree"/>
                <a:cs typeface="Figtree"/>
                <a:sym typeface="Figtree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9788" y="1681163"/>
            <a:ext cx="518001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839788" y="2671761"/>
            <a:ext cx="5157787" cy="3517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13"/>
          <p:cNvSpPr txBox="1"/>
          <p:nvPr>
            <p:ph idx="4" type="body"/>
          </p:nvPr>
        </p:nvSpPr>
        <p:spPr>
          <a:xfrm>
            <a:off x="6172200" y="2671761"/>
            <a:ext cx="5183188" cy="3517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Section Slid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green gradient&#10;&#10;Description automatically generated" id="36" name="Google Shape;3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4"/>
          <p:cNvSpPr txBox="1"/>
          <p:nvPr>
            <p:ph type="ctrTitle"/>
          </p:nvPr>
        </p:nvSpPr>
        <p:spPr>
          <a:xfrm>
            <a:off x="1088335" y="2325757"/>
            <a:ext cx="10015330" cy="1918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gtree ExtraBold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igtree Extra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5"/>
          <p:cNvSpPr txBox="1"/>
          <p:nvPr>
            <p:ph idx="1" type="body"/>
          </p:nvPr>
        </p:nvSpPr>
        <p:spPr>
          <a:xfrm>
            <a:off x="839788" y="2250830"/>
            <a:ext cx="3932237" cy="3618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igtree Extra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" name="Google Shape;45;p16"/>
          <p:cNvSpPr txBox="1"/>
          <p:nvPr>
            <p:ph idx="2" type="body"/>
          </p:nvPr>
        </p:nvSpPr>
        <p:spPr>
          <a:xfrm>
            <a:off x="839788" y="2250830"/>
            <a:ext cx="3932237" cy="3618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/>
          <p:nvPr/>
        </p:nvSpPr>
        <p:spPr>
          <a:xfrm>
            <a:off x="838200" y="2073720"/>
            <a:ext cx="3097696" cy="354826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97575" sx="102555" rotWithShape="0" algn="ctr" sy="102555">
              <a:schemeClr val="accent1">
                <a:alpha val="4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Figtree ExtraBold"/>
              <a:ea typeface="Figtree ExtraBold"/>
              <a:cs typeface="Figtree ExtraBold"/>
              <a:sym typeface="Figtree ExtraBold"/>
            </a:endParaRPr>
          </a:p>
        </p:txBody>
      </p:sp>
      <p:sp>
        <p:nvSpPr>
          <p:cNvPr id="48" name="Google Shape;4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1080911" y="2426228"/>
            <a:ext cx="2576689" cy="111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Figtree ExtraBold"/>
              <a:buNone/>
              <a:defRPr b="1" i="0" sz="2400">
                <a:solidFill>
                  <a:schemeClr val="dk2"/>
                </a:solidFill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7"/>
          <p:cNvSpPr txBox="1"/>
          <p:nvPr>
            <p:ph idx="2" type="body"/>
          </p:nvPr>
        </p:nvSpPr>
        <p:spPr>
          <a:xfrm>
            <a:off x="1080911" y="3757541"/>
            <a:ext cx="2576689" cy="145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igtree"/>
              <a:buNone/>
              <a:defRPr b="0" i="0" sz="18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7"/>
          <p:cNvSpPr/>
          <p:nvPr/>
        </p:nvSpPr>
        <p:spPr>
          <a:xfrm>
            <a:off x="8256104" y="2073720"/>
            <a:ext cx="3097696" cy="354826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97575" sx="102555" rotWithShape="0" algn="ctr" sy="102555">
              <a:schemeClr val="accent1">
                <a:alpha val="4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Figtree ExtraBold"/>
              <a:ea typeface="Figtree ExtraBold"/>
              <a:cs typeface="Figtree ExtraBold"/>
              <a:sym typeface="Figtree ExtraBold"/>
            </a:endParaRPr>
          </a:p>
        </p:txBody>
      </p:sp>
      <p:sp>
        <p:nvSpPr>
          <p:cNvPr id="52" name="Google Shape;52;p17"/>
          <p:cNvSpPr/>
          <p:nvPr/>
        </p:nvSpPr>
        <p:spPr>
          <a:xfrm>
            <a:off x="4547152" y="2073720"/>
            <a:ext cx="3097696" cy="354826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97575" sx="102555" rotWithShape="0" algn="ctr" sy="102555">
              <a:schemeClr val="accent2">
                <a:alpha val="4666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Figtree ExtraBold"/>
              <a:ea typeface="Figtree ExtraBold"/>
              <a:cs typeface="Figtree ExtraBold"/>
              <a:sym typeface="Figtree ExtraBold"/>
            </a:endParaRPr>
          </a:p>
        </p:txBody>
      </p:sp>
      <p:sp>
        <p:nvSpPr>
          <p:cNvPr id="53" name="Google Shape;53;p17"/>
          <p:cNvSpPr txBox="1"/>
          <p:nvPr>
            <p:ph idx="3" type="body"/>
          </p:nvPr>
        </p:nvSpPr>
        <p:spPr>
          <a:xfrm>
            <a:off x="4794955" y="2426228"/>
            <a:ext cx="2576689" cy="111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Figtree ExtraBold"/>
              <a:buNone/>
              <a:defRPr b="1" i="0" sz="2400">
                <a:solidFill>
                  <a:schemeClr val="dk2"/>
                </a:solidFill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7"/>
          <p:cNvSpPr txBox="1"/>
          <p:nvPr>
            <p:ph idx="4" type="body"/>
          </p:nvPr>
        </p:nvSpPr>
        <p:spPr>
          <a:xfrm>
            <a:off x="4794955" y="3757541"/>
            <a:ext cx="2576689" cy="145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igtree"/>
              <a:buNone/>
              <a:defRPr b="0" i="0" sz="18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7"/>
          <p:cNvSpPr txBox="1"/>
          <p:nvPr>
            <p:ph idx="5" type="body"/>
          </p:nvPr>
        </p:nvSpPr>
        <p:spPr>
          <a:xfrm>
            <a:off x="8497711" y="2426228"/>
            <a:ext cx="2576689" cy="111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Figtree ExtraBold"/>
              <a:buNone/>
              <a:defRPr b="1" i="0" sz="2400">
                <a:solidFill>
                  <a:schemeClr val="dk2"/>
                </a:solidFill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7"/>
          <p:cNvSpPr txBox="1"/>
          <p:nvPr>
            <p:ph idx="6" type="body"/>
          </p:nvPr>
        </p:nvSpPr>
        <p:spPr>
          <a:xfrm>
            <a:off x="8497711" y="3757541"/>
            <a:ext cx="2576689" cy="145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igtree"/>
              <a:buNone/>
              <a:defRPr b="0" i="0" sz="18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/>
          <p:nvPr>
            <p:ph type="ctrTitle"/>
          </p:nvPr>
        </p:nvSpPr>
        <p:spPr>
          <a:xfrm>
            <a:off x="838200" y="2295911"/>
            <a:ext cx="8981661" cy="1811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igtree ExtraBold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" type="subTitle"/>
          </p:nvPr>
        </p:nvSpPr>
        <p:spPr>
          <a:xfrm>
            <a:off x="838200" y="4199402"/>
            <a:ext cx="898166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60" name="Google Shape;6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921162"/>
            <a:ext cx="3890349" cy="56897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8"/>
          <p:cNvSpPr/>
          <p:nvPr/>
        </p:nvSpPr>
        <p:spPr>
          <a:xfrm>
            <a:off x="755374" y="6102626"/>
            <a:ext cx="10684565" cy="665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Figtree ExtraBold"/>
              <a:buNone/>
              <a:defRPr b="1" i="0" sz="4400" u="none" cap="none" strike="noStrike">
                <a:solidFill>
                  <a:schemeClr val="dk2"/>
                </a:solidFill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b="0" i="0" sz="28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454471"/>
            <a:ext cx="1154723" cy="1688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9"/>
          <p:cNvCxnSpPr/>
          <p:nvPr/>
        </p:nvCxnSpPr>
        <p:spPr>
          <a:xfrm>
            <a:off x="838200" y="6176963"/>
            <a:ext cx="105156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9"/>
          <p:cNvSpPr txBox="1"/>
          <p:nvPr/>
        </p:nvSpPr>
        <p:spPr>
          <a:xfrm>
            <a:off x="10491334" y="6356350"/>
            <a:ext cx="9475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757575"/>
                </a:solidFill>
                <a:latin typeface="Figtree"/>
                <a:ea typeface="Figtree"/>
                <a:cs typeface="Figtree"/>
                <a:sym typeface="Figtree"/>
              </a:rPr>
              <a:t>‹#›</a:t>
            </a:fld>
            <a:endParaRPr b="0" i="0" sz="1200" u="none" cap="none" strike="noStrike">
              <a:solidFill>
                <a:srgbClr val="757575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skillbench.com/" TargetMode="External"/><Relationship Id="rId4" Type="http://schemas.openxmlformats.org/officeDocument/2006/relationships/hyperlink" Target="http://skillbench.com/" TargetMode="External"/><Relationship Id="rId9" Type="http://schemas.openxmlformats.org/officeDocument/2006/relationships/hyperlink" Target="http://skillbench.com/" TargetMode="External"/><Relationship Id="rId5" Type="http://schemas.openxmlformats.org/officeDocument/2006/relationships/hyperlink" Target="http://skillbench.com/" TargetMode="External"/><Relationship Id="rId6" Type="http://schemas.openxmlformats.org/officeDocument/2006/relationships/hyperlink" Target="http://skillbench.com/" TargetMode="External"/><Relationship Id="rId7" Type="http://schemas.openxmlformats.org/officeDocument/2006/relationships/hyperlink" Target="http://skillbench.com/" TargetMode="External"/><Relationship Id="rId8" Type="http://schemas.openxmlformats.org/officeDocument/2006/relationships/hyperlink" Target="http://skillbench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838200" y="2295911"/>
            <a:ext cx="8961783" cy="1811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gtree ExtraBold"/>
              <a:buNone/>
            </a:pPr>
            <a:r>
              <a:rPr lang="en-US"/>
              <a:t>This is the title slide headline lorum ipsum.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838200" y="4199402"/>
            <a:ext cx="896178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Figtree"/>
              <a:buNone/>
            </a:pPr>
            <a:r>
              <a:rPr lang="en-US"/>
              <a:t>Subhead goes here lorum ipsum sue gammet delorit dans del ipsum suella gammet.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Figtree ExtraBold"/>
              <a:buNone/>
            </a:pPr>
            <a:r>
              <a:rPr lang="en-US"/>
              <a:t>Title of slide here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</a:pPr>
            <a:r>
              <a:rPr lang="en-US"/>
              <a:t>Text goes here lorum ipsum sue gammet delorit dans del ipsum lorum ipsum sue gammet delorit dans del ipsum.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</a:pPr>
            <a:r>
              <a:rPr lang="en-US"/>
              <a:t>Text goes here lorum ipsum sue gammet delorit dans del ipsum lorum ipsum sue gammet delorit.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Gammet delorit ipsum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Delorit gammet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Ipsum delorit gammet</a:t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10491334" y="6356350"/>
            <a:ext cx="94753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757575"/>
                </a:solidFill>
                <a:latin typeface="Figtree"/>
                <a:ea typeface="Figtree"/>
                <a:cs typeface="Figtree"/>
                <a:sym typeface="Figtree"/>
              </a:rPr>
              <a:t>‹#›</a:t>
            </a:fld>
            <a:endParaRPr b="0" i="0" sz="1200" u="none" cap="none" strike="noStrike">
              <a:solidFill>
                <a:srgbClr val="757575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Figtree ExtraBold"/>
              <a:buNone/>
            </a:pPr>
            <a:r>
              <a:rPr lang="en-US"/>
              <a:t>Title of slide here</a:t>
            </a:r>
            <a:endParaRPr/>
          </a:p>
        </p:txBody>
      </p:sp>
      <p:sp>
        <p:nvSpPr>
          <p:cNvPr id="81" name="Google Shape;81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</a:pPr>
            <a:r>
              <a:rPr lang="en-US"/>
              <a:t>Copy for left box here lorum ipsum sue gammet delorit dans del ipsum.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Link 1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Link 2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Link 3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6090684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Copy for left box here lorum ipsum sue gammet delorit dans del ipsum.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1</a:t>
            </a:r>
            <a:endParaRPr b="0" i="0" sz="2400" u="none" cap="none" strike="noStrike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2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3</a:t>
            </a:r>
            <a:endParaRPr b="0" i="0" sz="2400" u="sng" cap="none" strike="noStrike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  <a:hlinkClick r:id="rId9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Figtree ExtraBold"/>
              <a:buNone/>
            </a:pPr>
            <a:r>
              <a:rPr lang="en-US"/>
              <a:t>Title of slide here</a:t>
            </a:r>
            <a:endParaRPr/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839788" y="1681163"/>
            <a:ext cx="518001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</a:pPr>
            <a:r>
              <a:rPr lang="en-US"/>
              <a:t>Subhead goes here lorum ipsum sue gammet delorit.</a:t>
            </a:r>
            <a:endParaRPr/>
          </a:p>
        </p:txBody>
      </p:sp>
      <p:sp>
        <p:nvSpPr>
          <p:cNvPr id="89" name="Google Shape;89;p4"/>
          <p:cNvSpPr txBox="1"/>
          <p:nvPr>
            <p:ph idx="2" type="body"/>
          </p:nvPr>
        </p:nvSpPr>
        <p:spPr>
          <a:xfrm>
            <a:off x="839788" y="2671761"/>
            <a:ext cx="5157787" cy="3517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</a:pPr>
            <a:r>
              <a:rPr lang="en-US"/>
              <a:t>Secondary text goes here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Bullet 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Bullet 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Bullet 3</a:t>
            </a:r>
            <a:endParaRPr/>
          </a:p>
        </p:txBody>
      </p:sp>
      <p:sp>
        <p:nvSpPr>
          <p:cNvPr id="90" name="Google Shape;90;p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</a:pPr>
            <a:r>
              <a:rPr lang="en-US"/>
              <a:t>Subhead goes here lorum ipsum sue gammet delorit.</a:t>
            </a:r>
            <a:endParaRPr/>
          </a:p>
        </p:txBody>
      </p:sp>
      <p:sp>
        <p:nvSpPr>
          <p:cNvPr id="91" name="Google Shape;91;p4"/>
          <p:cNvSpPr txBox="1"/>
          <p:nvPr>
            <p:ph idx="4" type="body"/>
          </p:nvPr>
        </p:nvSpPr>
        <p:spPr>
          <a:xfrm>
            <a:off x="6172200" y="2671761"/>
            <a:ext cx="5183188" cy="3517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</a:pPr>
            <a:r>
              <a:rPr lang="en-US"/>
              <a:t>Secondary text goes here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Bullet 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Bullet 2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/>
              <a:t>Bullet 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ctrTitle"/>
          </p:nvPr>
        </p:nvSpPr>
        <p:spPr>
          <a:xfrm>
            <a:off x="1088335" y="2325757"/>
            <a:ext cx="10015330" cy="151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gtree ExtraBold"/>
              <a:buNone/>
            </a:pPr>
            <a:r>
              <a:rPr lang="en-US"/>
              <a:t>Section slide copy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Figtree ExtraBold"/>
              <a:buNone/>
            </a:pPr>
            <a:r>
              <a:rPr lang="en-US"/>
              <a:t>Title goes here lorum ipsum sue gammet.</a:t>
            </a:r>
            <a:endParaRPr/>
          </a:p>
        </p:txBody>
      </p:sp>
      <p:pic>
        <p:nvPicPr>
          <p:cNvPr descr="A group of people in an office&#10;&#10;Description automatically generated" id="102" name="Google Shape;102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174" l="0" r="0" t="11850"/>
          <a:stretch/>
        </p:blipFill>
        <p:spPr>
          <a:xfrm>
            <a:off x="5183188" y="987425"/>
            <a:ext cx="6172200" cy="4873625"/>
          </a:xfrm>
          <a:prstGeom prst="roundRect">
            <a:avLst>
              <a:gd fmla="val 5602" name="adj"/>
            </a:avLst>
          </a:prstGeom>
          <a:noFill/>
          <a:ln>
            <a:noFill/>
          </a:ln>
        </p:spPr>
      </p:pic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839788" y="2250830"/>
            <a:ext cx="3932237" cy="3618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"/>
              <a:buNone/>
            </a:pPr>
            <a:r>
              <a:rPr lang="en-US"/>
              <a:t>Text description goes here. Lorum ipsum sue gammet delorit dans ipsum. . Lorum ipsum sue gammet delorit dans ipsum.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"/>
              <a:buNone/>
            </a:pPr>
            <a:r>
              <a:rPr lang="en-US"/>
              <a:t>Lorum ipsum sue gammet delorit dans ipsum. Lorum ipsum sue gammet delorit dans ipsum.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igtree ExtraBold"/>
              <a:buNone/>
            </a:pPr>
            <a:r>
              <a:rPr lang="en-US"/>
              <a:t>Some kind of table information</a:t>
            </a:r>
            <a:endParaRPr/>
          </a:p>
        </p:txBody>
      </p:sp>
      <p:graphicFrame>
        <p:nvGraphicFramePr>
          <p:cNvPr id="109" name="Google Shape;109;p7"/>
          <p:cNvGraphicFramePr/>
          <p:nvPr/>
        </p:nvGraphicFramePr>
        <p:xfrm>
          <a:off x="5183188" y="12363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{A23149D4-0D3E-4B1B-8D9B-8D93DB6B2CF6}</a:tableStyleId>
              </a:tblPr>
              <a:tblGrid>
                <a:gridCol w="2056350"/>
                <a:gridCol w="2056350"/>
                <a:gridCol w="2056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Headline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Figtree"/>
                        <a:buNone/>
                      </a:pPr>
                      <a:r>
                        <a:rPr b="1" i="0" lang="en-US" sz="18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Headline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Figtree"/>
                        <a:buNone/>
                      </a:pPr>
                      <a:r>
                        <a:rPr b="1" i="0" lang="en-US" sz="18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Headline 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i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i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i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i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i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i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i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i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i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i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i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0" name="Google Shape;110;p7"/>
          <p:cNvSpPr txBox="1"/>
          <p:nvPr>
            <p:ph idx="2" type="body"/>
          </p:nvPr>
        </p:nvSpPr>
        <p:spPr>
          <a:xfrm>
            <a:off x="839788" y="2250830"/>
            <a:ext cx="3932237" cy="3618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gtree"/>
              <a:buNone/>
            </a:pPr>
            <a:r>
              <a:rPr lang="en-US"/>
              <a:t>Lorum ipsum sue gammet delorit dans ipsum. Lorum ipsum sue gammet delorit dans ipsum.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Bullet 1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Bullet 2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Bullet 3</a:t>
            </a:r>
            <a:endParaRPr/>
          </a:p>
        </p:txBody>
      </p:sp>
      <p:graphicFrame>
        <p:nvGraphicFramePr>
          <p:cNvPr id="111" name="Google Shape;111;p7"/>
          <p:cNvGraphicFramePr/>
          <p:nvPr/>
        </p:nvGraphicFramePr>
        <p:xfrm>
          <a:off x="5183188" y="34355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{7D5DBA8E-78C6-4986-BBAB-95B721BF98DB}</a:tableStyleId>
              </a:tblPr>
              <a:tblGrid>
                <a:gridCol w="2056350"/>
                <a:gridCol w="2056350"/>
                <a:gridCol w="2056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Headline 1</a:t>
                      </a:r>
                      <a:endParaRPr b="1" i="0" sz="18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Figtree"/>
                        <a:buNone/>
                      </a:pPr>
                      <a:r>
                        <a:rPr b="1" lang="en-US" sz="18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Headline 2</a:t>
                      </a:r>
                      <a:endParaRPr b="1" i="0" sz="18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Figtree"/>
                        <a:buNone/>
                      </a:pPr>
                      <a:r>
                        <a:rPr b="1" lang="en-US" sz="18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Headline 3</a:t>
                      </a:r>
                      <a:endParaRPr b="1" i="0" sz="18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 b="0" i="0" sz="1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 b="0" i="0" sz="1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 b="0" i="0" sz="1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 b="0" i="0" sz="1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 b="0" i="0" sz="1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 b="0" i="0" sz="1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 b="0" i="0" sz="1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 b="0" i="0" sz="1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 b="0" i="0" sz="1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 b="0" i="0" sz="1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 b="0" i="0" sz="1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Figtree"/>
                        <a:buNone/>
                      </a:pPr>
                      <a:r>
                        <a:rPr b="0" lang="en-US" sz="16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Lorum ipsum</a:t>
                      </a:r>
                      <a:endParaRPr b="0" i="0" sz="16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Figtree ExtraBold"/>
              <a:buNone/>
            </a:pPr>
            <a:r>
              <a:rPr lang="en-US"/>
              <a:t>Title goes here</a:t>
            </a:r>
            <a:endParaRPr/>
          </a:p>
        </p:txBody>
      </p:sp>
      <p:sp>
        <p:nvSpPr>
          <p:cNvPr id="117" name="Google Shape;117;p8"/>
          <p:cNvSpPr txBox="1"/>
          <p:nvPr>
            <p:ph idx="1" type="body"/>
          </p:nvPr>
        </p:nvSpPr>
        <p:spPr>
          <a:xfrm>
            <a:off x="1080911" y="2426228"/>
            <a:ext cx="2576689" cy="111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Figtree ExtraBold"/>
              <a:buNone/>
            </a:pPr>
            <a:r>
              <a:rPr lang="en-US"/>
              <a:t>Headline goes here gammet gammet delorit</a:t>
            </a:r>
            <a:endParaRPr/>
          </a:p>
        </p:txBody>
      </p:sp>
      <p:sp>
        <p:nvSpPr>
          <p:cNvPr id="118" name="Google Shape;118;p8"/>
          <p:cNvSpPr txBox="1"/>
          <p:nvPr>
            <p:ph idx="2" type="body"/>
          </p:nvPr>
        </p:nvSpPr>
        <p:spPr>
          <a:xfrm>
            <a:off x="1080911" y="3757541"/>
            <a:ext cx="2576689" cy="145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igtree"/>
              <a:buNone/>
            </a:pPr>
            <a:r>
              <a:rPr lang="en-US"/>
              <a:t>Lorum ipsum sue gammet delorit dans del ipsum.</a:t>
            </a:r>
            <a:endParaRPr/>
          </a:p>
        </p:txBody>
      </p:sp>
      <p:sp>
        <p:nvSpPr>
          <p:cNvPr id="119" name="Google Shape;119;p8"/>
          <p:cNvSpPr txBox="1"/>
          <p:nvPr>
            <p:ph idx="3" type="body"/>
          </p:nvPr>
        </p:nvSpPr>
        <p:spPr>
          <a:xfrm>
            <a:off x="4794955" y="2426228"/>
            <a:ext cx="2576689" cy="111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Figtree ExtraBold"/>
              <a:buNone/>
            </a:pPr>
            <a:r>
              <a:rPr lang="en-US"/>
              <a:t>Headline goes here gammet gammet delorit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Figtree ExtraBold"/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 txBox="1"/>
          <p:nvPr>
            <p:ph idx="4" type="body"/>
          </p:nvPr>
        </p:nvSpPr>
        <p:spPr>
          <a:xfrm>
            <a:off x="4794955" y="3757541"/>
            <a:ext cx="2576689" cy="145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igtree"/>
              <a:buNone/>
            </a:pPr>
            <a:r>
              <a:rPr lang="en-US"/>
              <a:t>Lorum ipsum sue gammet delorit dans del ipsum.</a:t>
            </a:r>
            <a:endParaRPr/>
          </a:p>
        </p:txBody>
      </p:sp>
      <p:sp>
        <p:nvSpPr>
          <p:cNvPr id="121" name="Google Shape;121;p8"/>
          <p:cNvSpPr txBox="1"/>
          <p:nvPr>
            <p:ph idx="5" type="body"/>
          </p:nvPr>
        </p:nvSpPr>
        <p:spPr>
          <a:xfrm>
            <a:off x="8497711" y="2426228"/>
            <a:ext cx="2576689" cy="111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Figtree ExtraBold"/>
              <a:buNone/>
            </a:pPr>
            <a:r>
              <a:rPr lang="en-US"/>
              <a:t>Headline goes here gammet gammet delorit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Figtree ExtraBold"/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 txBox="1"/>
          <p:nvPr>
            <p:ph idx="6" type="body"/>
          </p:nvPr>
        </p:nvSpPr>
        <p:spPr>
          <a:xfrm>
            <a:off x="8497711" y="3757541"/>
            <a:ext cx="2576689" cy="145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igtree"/>
              <a:buNone/>
            </a:pPr>
            <a:r>
              <a:rPr lang="en-US"/>
              <a:t>Lorum ipsum sue gammet delorit dans del ipsum.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killBench">
      <a:dk1>
        <a:srgbClr val="000000"/>
      </a:dk1>
      <a:lt1>
        <a:srgbClr val="FFFFFF"/>
      </a:lt1>
      <a:dk2>
        <a:srgbClr val="343F51"/>
      </a:dk2>
      <a:lt2>
        <a:srgbClr val="F0ECEC"/>
      </a:lt2>
      <a:accent1>
        <a:srgbClr val="55B183"/>
      </a:accent1>
      <a:accent2>
        <a:srgbClr val="43BBEA"/>
      </a:accent2>
      <a:accent3>
        <a:srgbClr val="EEB6B3"/>
      </a:accent3>
      <a:accent4>
        <a:srgbClr val="D56F36"/>
      </a:accent4>
      <a:accent5>
        <a:srgbClr val="333E50"/>
      </a:accent5>
      <a:accent6>
        <a:srgbClr val="F0ECEC"/>
      </a:accent6>
      <a:hlink>
        <a:srgbClr val="54B183"/>
      </a:hlink>
      <a:folHlink>
        <a:srgbClr val="42BA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2024-09-26T19:57:11Z</dcterms:created>
  <dc:creator>Jakub Skyba</dc:creator>
</cp:coreProperties>
</file>